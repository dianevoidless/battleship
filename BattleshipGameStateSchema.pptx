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0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660"/>
  </p:normalViewPr>
  <p:slideViewPr>
    <p:cSldViewPr snapToGrid="0">
      <p:cViewPr>
        <p:scale>
          <a:sx n="125" d="100"/>
          <a:sy n="125" d="100"/>
        </p:scale>
        <p:origin x="2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528E0-0AB0-D2FD-C7F8-FAA35B154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E43A9-89C8-AA5B-0B17-D83F22C35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06FF7-A7FB-5C05-84DE-E85E01BD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D7FA7-1368-6D50-5275-1C3B5F6A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23DC9-BFEF-7866-CB32-BBEC73643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29696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168E-71C3-DBE8-27FF-0DE3532C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52939-B951-4A48-6F3D-081D7B59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78A3B-C1A9-25FC-B9DE-F843205C0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E3323-64C6-BD0E-98EF-35D6899D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23368-CF67-FBE8-78E9-CA0BDC38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14270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CC9F-AD9D-016B-E898-53A4FE860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38A9F-4A6B-7979-2528-D7D6414BD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5D432-0DEF-DC05-45C4-E8A5BB64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9A878-92EB-F150-E9E9-975754D77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2F20A-983B-C922-47E2-B15BAE137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44584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67EE-7ED4-5DB8-4C91-347E898F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07450-BB7B-A086-E9B3-A251A6334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8E353-3AAD-32F3-228E-58DB6BF25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E06F4-0000-2B95-C2B5-7413C563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14310-54E9-EB99-0512-3491D7733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356AB-830B-AA33-3C6E-3F180E8A5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5702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D7F7-9503-A561-449F-76D64F755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05288-6345-F1E9-408C-14893127B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70757-3380-C8AD-1882-163E83F50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F70FB7-899A-F131-B58E-B65D461F8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4E465-B453-7824-800D-6F10716F5B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1F72A9-4BCE-BCBE-447F-AB9DD5C5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5E6DF-7BA6-AAF5-70EB-F464A722A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50852-9D4D-FE93-90EA-15D88645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7402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A7DB-AA38-A65C-BAB8-15A71D69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67F905-8C0D-67EE-2DB1-D8BD9FB8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2DA48-8E04-ABA4-7B61-99CADB58F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D5EB8-D506-4C1A-2C06-BE52AB9D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934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0166EB-0127-BAF2-71EB-53FE07239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E7F807-1F71-919B-5CCC-1324AF2F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C8CDA-FD89-CB9A-7900-6D5320D2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97825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F3FD8-D55B-D7DB-7B80-C44F22D06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01BCC-F12F-FF6C-4E0C-8A741E8EE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3E447-C9A2-B98D-3405-BE157DFFC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1C31C-B9E6-638E-4194-8AA075A3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EFDDB-4200-1995-B032-A929ADB7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5D986-9704-B329-851B-4313C501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7802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56BC7-08E2-7BB3-D356-1AC609E9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F15FB-2F17-A904-49DE-04E3878BA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D3DE4-4A45-4AE3-A1A3-C897DAF25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43F61-09F9-D6E8-58B8-0A0CFBC37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4E4A2-7A13-5FE2-E2B6-4CE81062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7898C-FCA0-5C4B-EC10-549227B2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44715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281F3-2CAC-9037-17F6-698E3090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FEFBC-8ECC-30F3-7EDF-6B94EF64E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7E226-0D5F-3EBF-FCD6-7C939314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FCDD9-FE8C-3B75-9467-A8774084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36EAB-C0F4-AEB5-8A99-40F8EEDE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58764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04CA33-2C35-8B7C-93A3-9EA04B5DC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36FA5-3CC0-BCB1-D2C8-D166B61B4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7A6D9-0E13-7906-82EE-BBDE4C87A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33C9A-8BCE-4F37-1DB7-38E4AE159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70544-8064-196D-9F3D-22EA441D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3161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D88FF0-1F67-1244-CE3E-F1343BDED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3B540-B909-4444-F25E-9910D0ECF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C5355-8674-3072-CE6D-093F679D8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FC956-E232-4356-B764-13A5FDC3210C}" type="datetimeFigureOut">
              <a:rPr lang="ro-RO" smtClean="0"/>
              <a:t>07.09.2026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55962-D5C1-D75A-66F4-33271643E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E54D0-9A5E-7CDC-5925-4BE2AEAE4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D3C69-74FA-45FC-9636-0CF95F839BA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3585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82946D-11CB-B97E-2727-07B174A3EAE8}"/>
              </a:ext>
            </a:extLst>
          </p:cNvPr>
          <p:cNvSpPr/>
          <p:nvPr/>
        </p:nvSpPr>
        <p:spPr>
          <a:xfrm>
            <a:off x="609600" y="581891"/>
            <a:ext cx="923636" cy="609600"/>
          </a:xfrm>
          <a:prstGeom prst="roundRect">
            <a:avLst/>
          </a:prstGeom>
          <a:solidFill>
            <a:srgbClr val="7B0F0F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Game start</a:t>
            </a:r>
            <a:endParaRPr lang="ro-RO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C75B3A-98C6-DD74-0B51-733ED107014C}"/>
              </a:ext>
            </a:extLst>
          </p:cNvPr>
          <p:cNvSpPr/>
          <p:nvPr/>
        </p:nvSpPr>
        <p:spPr>
          <a:xfrm>
            <a:off x="1879599" y="581891"/>
            <a:ext cx="923637" cy="609600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Every player is given </a:t>
            </a:r>
            <a:r>
              <a:rPr lang="en-GB" sz="800"/>
              <a:t>5-card hand</a:t>
            </a:r>
            <a:endParaRPr lang="ro-RO" sz="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228CFC-95E1-8A44-B493-0123406E63FB}"/>
              </a:ext>
            </a:extLst>
          </p:cNvPr>
          <p:cNvSpPr/>
          <p:nvPr/>
        </p:nvSpPr>
        <p:spPr>
          <a:xfrm>
            <a:off x="3149599" y="581891"/>
            <a:ext cx="923637" cy="609600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Turn: random</a:t>
            </a:r>
            <a:endParaRPr lang="ro-RO" sz="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7287FC-6252-C77E-B7CE-40EADB6C33A5}"/>
              </a:ext>
            </a:extLst>
          </p:cNvPr>
          <p:cNvSpPr/>
          <p:nvPr/>
        </p:nvSpPr>
        <p:spPr>
          <a:xfrm>
            <a:off x="4419599" y="581891"/>
            <a:ext cx="923637" cy="6096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/>
              <a:t>Player 1 picks a card to attack</a:t>
            </a:r>
            <a:endParaRPr lang="ro-RO" sz="105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D2C7B7-EE61-8432-705B-889393B3B819}"/>
              </a:ext>
            </a:extLst>
          </p:cNvPr>
          <p:cNvSpPr/>
          <p:nvPr/>
        </p:nvSpPr>
        <p:spPr>
          <a:xfrm>
            <a:off x="5689599" y="581891"/>
            <a:ext cx="923637" cy="6096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Player 1 picks what card from enemy grid to attack</a:t>
            </a:r>
            <a:endParaRPr lang="ro-RO" sz="9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518CF8-9C8C-FB59-E0C0-CEFAD22A9C62}"/>
              </a:ext>
            </a:extLst>
          </p:cNvPr>
          <p:cNvSpPr/>
          <p:nvPr/>
        </p:nvSpPr>
        <p:spPr>
          <a:xfrm>
            <a:off x="6959599" y="581891"/>
            <a:ext cx="923637" cy="609600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Game logic handles checking if hit or miss</a:t>
            </a:r>
            <a:endParaRPr lang="ro-RO" sz="8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26543A-EA95-0B11-B39C-3C21C0ACB97D}"/>
              </a:ext>
            </a:extLst>
          </p:cNvPr>
          <p:cNvSpPr/>
          <p:nvPr/>
        </p:nvSpPr>
        <p:spPr>
          <a:xfrm>
            <a:off x="8229599" y="200891"/>
            <a:ext cx="923637" cy="609600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FF0000"/>
                </a:solidFill>
              </a:rPr>
              <a:t>Miss: </a:t>
            </a:r>
            <a:r>
              <a:rPr lang="en-GB" sz="800" dirty="0"/>
              <a:t>Card revealed, used attack card set aside</a:t>
            </a:r>
            <a:endParaRPr lang="ro-RO" sz="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3AE66C-8B52-2BD9-0899-575CD5AD8081}"/>
              </a:ext>
            </a:extLst>
          </p:cNvPr>
          <p:cNvSpPr/>
          <p:nvPr/>
        </p:nvSpPr>
        <p:spPr>
          <a:xfrm>
            <a:off x="8229599" y="972416"/>
            <a:ext cx="923637" cy="609600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>
                <a:solidFill>
                  <a:srgbClr val="00B050"/>
                </a:solidFill>
              </a:rPr>
              <a:t>Hit: </a:t>
            </a:r>
            <a:r>
              <a:rPr lang="en-GB" sz="800" dirty="0"/>
              <a:t>Card revealed, HP reduction, used card set aside</a:t>
            </a:r>
            <a:endParaRPr lang="ro-RO" sz="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E7F7BD-27B3-DBAA-0604-CA5EDAE8690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533236" y="886691"/>
            <a:ext cx="3463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DA888A-8353-5090-A601-EE7493C188DE}"/>
              </a:ext>
            </a:extLst>
          </p:cNvPr>
          <p:cNvCxnSpPr/>
          <p:nvPr/>
        </p:nvCxnSpPr>
        <p:spPr>
          <a:xfrm>
            <a:off x="2803236" y="878032"/>
            <a:ext cx="3463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864338-90B4-EE2B-9B80-86C20C78669C}"/>
              </a:ext>
            </a:extLst>
          </p:cNvPr>
          <p:cNvCxnSpPr/>
          <p:nvPr/>
        </p:nvCxnSpPr>
        <p:spPr>
          <a:xfrm>
            <a:off x="4073236" y="886691"/>
            <a:ext cx="3463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DDD64D-C750-0AFB-0146-FE7513D29394}"/>
              </a:ext>
            </a:extLst>
          </p:cNvPr>
          <p:cNvCxnSpPr/>
          <p:nvPr/>
        </p:nvCxnSpPr>
        <p:spPr>
          <a:xfrm>
            <a:off x="5343236" y="886691"/>
            <a:ext cx="3463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72BCA9-B277-8043-AC2C-88E394D8154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613236" y="886691"/>
            <a:ext cx="3463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0CC435-AA97-369D-F5A3-A0E58A099274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7883236" y="505691"/>
            <a:ext cx="346363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93E40E8-EAED-CD36-530C-AA1CE827175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883236" y="886691"/>
            <a:ext cx="346363" cy="390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F1B363F-F7F8-0DEC-82E6-1D334A74218C}"/>
              </a:ext>
            </a:extLst>
          </p:cNvPr>
          <p:cNvSpPr/>
          <p:nvPr/>
        </p:nvSpPr>
        <p:spPr>
          <a:xfrm>
            <a:off x="6959599" y="1830532"/>
            <a:ext cx="923637" cy="609600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Player 2 gets buffs/passives applied, if the case.</a:t>
            </a:r>
            <a:endParaRPr lang="ro-RO" sz="8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0873D9E-694F-FD04-1D1D-67940C1061E4}"/>
              </a:ext>
            </a:extLst>
          </p:cNvPr>
          <p:cNvSpPr/>
          <p:nvPr/>
        </p:nvSpPr>
        <p:spPr>
          <a:xfrm>
            <a:off x="8229599" y="1830532"/>
            <a:ext cx="923637" cy="609600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Player 1 draws cards</a:t>
            </a:r>
            <a:endParaRPr lang="ro-RO" sz="8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B0DBE3-7ADE-C3A4-B471-098F013E9A88}"/>
              </a:ext>
            </a:extLst>
          </p:cNvPr>
          <p:cNvCxnSpPr>
            <a:cxnSpLocks/>
            <a:stCxn id="12" idx="3"/>
            <a:endCxn id="26" idx="3"/>
          </p:cNvCxnSpPr>
          <p:nvPr/>
        </p:nvCxnSpPr>
        <p:spPr>
          <a:xfrm>
            <a:off x="9153236" y="1277216"/>
            <a:ext cx="12700" cy="85811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C9C70D7-CFFF-7768-A467-B69CB1B50A5D}"/>
              </a:ext>
            </a:extLst>
          </p:cNvPr>
          <p:cNvCxnSpPr>
            <a:cxnSpLocks/>
            <a:stCxn id="26" idx="1"/>
            <a:endCxn id="25" idx="3"/>
          </p:cNvCxnSpPr>
          <p:nvPr/>
        </p:nvCxnSpPr>
        <p:spPr>
          <a:xfrm flipH="1">
            <a:off x="7883236" y="2135332"/>
            <a:ext cx="3463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E36EF77-9EBC-7EBD-9C3B-DA95C18A1895}"/>
              </a:ext>
            </a:extLst>
          </p:cNvPr>
          <p:cNvCxnSpPr>
            <a:cxnSpLocks/>
            <a:stCxn id="44" idx="1"/>
            <a:endCxn id="7" idx="2"/>
          </p:cNvCxnSpPr>
          <p:nvPr/>
        </p:nvCxnSpPr>
        <p:spPr>
          <a:xfrm rot="10800000">
            <a:off x="4881419" y="1191492"/>
            <a:ext cx="808181" cy="9438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238C49B-2166-25A3-A6DC-5980B7F8AD32}"/>
              </a:ext>
            </a:extLst>
          </p:cNvPr>
          <p:cNvSpPr/>
          <p:nvPr/>
        </p:nvSpPr>
        <p:spPr>
          <a:xfrm>
            <a:off x="5689599" y="1830532"/>
            <a:ext cx="923637" cy="609600"/>
          </a:xfrm>
          <a:prstGeom prst="roundRect">
            <a:avLst/>
          </a:prstGeom>
          <a:solidFill>
            <a:srgbClr val="002060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accent4">
                    <a:lumMod val="75000"/>
                  </a:schemeClr>
                </a:solidFill>
              </a:rPr>
              <a:t>Switch Turns</a:t>
            </a:r>
            <a:endParaRPr lang="ro-RO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79B371C-0EE8-83BF-A434-44088B88A592}"/>
              </a:ext>
            </a:extLst>
          </p:cNvPr>
          <p:cNvCxnSpPr>
            <a:cxnSpLocks/>
            <a:stCxn id="25" idx="1"/>
            <a:endCxn id="44" idx="3"/>
          </p:cNvCxnSpPr>
          <p:nvPr/>
        </p:nvCxnSpPr>
        <p:spPr>
          <a:xfrm flipH="1">
            <a:off x="6613236" y="2135332"/>
            <a:ext cx="3463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941A263-7A6A-42FF-BE55-FCEA180D0C48}"/>
              </a:ext>
            </a:extLst>
          </p:cNvPr>
          <p:cNvCxnSpPr>
            <a:cxnSpLocks/>
            <a:stCxn id="11" idx="3"/>
            <a:endCxn id="26" idx="2"/>
          </p:cNvCxnSpPr>
          <p:nvPr/>
        </p:nvCxnSpPr>
        <p:spPr>
          <a:xfrm flipH="1">
            <a:off x="8691418" y="505691"/>
            <a:ext cx="461818" cy="1934441"/>
          </a:xfrm>
          <a:prstGeom prst="bentConnector4">
            <a:avLst>
              <a:gd name="adj1" fmla="val -165000"/>
              <a:gd name="adj2" fmla="val 11181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30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Diane Voidless</dc:creator>
  <cp:lastModifiedBy>Diane Voidless</cp:lastModifiedBy>
  <cp:revision>7</cp:revision>
  <dcterms:created xsi:type="dcterms:W3CDTF">2026-09-07T18:01:27Z</dcterms:created>
  <dcterms:modified xsi:type="dcterms:W3CDTF">2026-09-07T18:41:57Z</dcterms:modified>
</cp:coreProperties>
</file>